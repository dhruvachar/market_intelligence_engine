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AI CONSULTANT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Market Entry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Electric Vehicles  · 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ADCFC"/>
                </a:solidFill>
                <a:latin typeface="Calibri"/>
              </a:rPr>
              <a:t>Prepared by the Market Intelligence, Strategy, and Executive Advisory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The opportunity, the strategy, and the call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4415" cy="30175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B1E2B"/>
                </a:solidFill>
                <a:latin typeface="Calibri"/>
              </a:rPr>
              <a:t>India's electric vehicle market is poised for significant growth, driven by government incentives and urbanization. Focus on partnerships to leverage subsidies while addressing high initial costs and limited infrastructure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5CC8"/>
                </a:solidFill>
                <a:latin typeface="Cambria"/>
              </a:rPr>
              <a:t>$2.5M - $4M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8253"/>
                </a:solidFill>
                <a:latin typeface="Cambria"/>
              </a:rPr>
              <a:t>$1.8M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87312"/>
                </a:solidFill>
                <a:latin typeface="Cambria"/>
              </a:rPr>
              <a:t>18-24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Current market size of 50,000 units per year; projected to reach 1.2 million by 2030.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943600" cy="475488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E2B"/>
                </a:solidFill>
                <a:latin typeface="Calibri"/>
              </a:rPr>
              <a:t>Growing demand for eco-friendly vehicles in India's urban centers.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GROWTH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Electric vehicle adoption increasing rapidly.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Government incentives driving growth.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Urbanization boosting demand.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TOP COMPETITORS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965960"/>
          <a:ext cx="4785055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  <a:gridCol w="3230575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Tata Motors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Leading Indian automaker with electric offerings.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Mahindra &amp; Mahindra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Established player in the EV segment.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BYD India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Foreign company focusing on battery technology.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Government subsidies for early adopters.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Urban congestion issues driving interest.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Growing awareness of environmental benefits.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7687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7687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High initial costs for consumers.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Limited charging infrastructure in rural areas.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Competition from traditional fuel vehicles.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Market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Strategy — 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Internal strengths/weaknesses and external opportunities/threats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CF7F0"/>
          </a:solidFill>
          <a:ln w="9525">
            <a:solidFill>
              <a:srgbClr val="1E8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253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Government incentives boost market share.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BECEC"/>
          </a:solidFill>
          <a:ln w="9525">
            <a:solidFill>
              <a:srgbClr val="B8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3939"/>
                </a:solidFill>
                <a:latin typeface="Calibr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High initial costs hinder widespread adoption.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AF1FC"/>
          </a:solidFill>
          <a:ln w="9525">
            <a:solidFill>
              <a:srgbClr val="2A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5CC8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Growing urban population drives demand.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CF3E3"/>
          </a:solidFill>
          <a:ln w="9525">
            <a:solidFill>
              <a:srgbClr val="A87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87312"/>
                </a:solidFill>
                <a:latin typeface="Calibr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Competition from traditional vehicles remains strong.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Entry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Actionable steps to enter and scale in this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Focus on government partnerships and incentives.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53492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12064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Financial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Investment, revenue outlook, and path to breakeven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A5CC8"/>
                </a:solidFill>
                <a:latin typeface="Cambria"/>
              </a:rPr>
              <a:t>$2.5M - $4M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8253"/>
                </a:solidFill>
                <a:latin typeface="Cambria"/>
              </a:rPr>
              <a:t>$1.8M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87312"/>
                </a:solidFill>
                <a:latin typeface="Cambria"/>
              </a:rPr>
              <a:t>18-24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REVENUE PROJECTION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200400"/>
          <a:ext cx="4206240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0" y="3246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246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9319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9319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6177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4617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estimate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What the partner team advises doing next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1031717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Not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Generated by the AI Consultant Agent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